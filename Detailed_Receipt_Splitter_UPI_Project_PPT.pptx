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Real-Time Receipt Splitter and UPI Generator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College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When a group of people share expenses, manual calculation of each person's contribution is time-consuming and often results in errors. Users must calculate shares, collect payments, and track settlements manually. This project automates receipt processing, bill splitting, and UPI payment generation.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Shared expenses occur frequently in restaurants, trips, shopping, events, and hostels. Managing these expenses manually can be difficult. The project provides a digital platform that simplifies expense management and payment collection.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Existing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Current methods involve calculators, spreadsheets, messaging apps, and manual UPI transfers. These methods are inefficient, prone to mistakes, and do not provide real-time tracking of payments.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Drawbacks of Existing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Calculation errors</a:t>
            </a:r>
          </a:p>
          <a:p>
            <a:r>
              <a:t>• Time-consuming process</a:t>
            </a:r>
          </a:p>
          <a:p>
            <a:r>
              <a:t>• No automated payment collection</a:t>
            </a:r>
          </a:p>
          <a:p>
            <a:r>
              <a:t>• Difficult tracking of pending payments</a:t>
            </a:r>
          </a:p>
          <a:p>
            <a:r>
              <a:t>• Lack of transparency among participants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Need for the Proposed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smart system is needed to automate bill splitting, improve accuracy, reduce settlement time, and integrate directly with UPI-based payment systems.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application scans or uploads receipts, extracts bill information using OCR, calculates individual shares, and generates UPI payment links or QR codes for instant settlements.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Automate receipt processing</a:t>
            </a:r>
          </a:p>
          <a:p>
            <a:r>
              <a:t>• Reduce manual effort</a:t>
            </a:r>
          </a:p>
          <a:p>
            <a:r>
              <a:t>• Ensure accurate expense distribution</a:t>
            </a:r>
          </a:p>
          <a:p>
            <a:r>
              <a:t>• Simplify digital payments</a:t>
            </a:r>
          </a:p>
          <a:p>
            <a:r>
              <a:t>• Maintain transaction records</a:t>
            </a:r>
          </a:p>
          <a:p>
            <a:r>
              <a:t>• Improve user experience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Receipt Upload and OCR</a:t>
            </a:r>
          </a:p>
          <a:p>
            <a:r>
              <a:t>2. Automatic Expense Calculation</a:t>
            </a:r>
          </a:p>
          <a:p>
            <a:r>
              <a:t>3. Equal and Custom Splitting</a:t>
            </a:r>
          </a:p>
          <a:p>
            <a:r>
              <a:t>4. UPI Link Generation</a:t>
            </a:r>
          </a:p>
          <a:p>
            <a:r>
              <a:t>5. QR Code Generation</a:t>
            </a:r>
          </a:p>
          <a:p>
            <a:r>
              <a:t>6. Real-Time Payment Tracking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Front-End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HTML, CSS, JavaScript, React.js</a:t>
            </a:r>
          </a:p>
          <a:p>
            <a:r>
              <a:t>User-friendly interface for uploading receipts, managing groups, viewing settlements, and making payments.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Back-End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Node.js / Spring Boot</a:t>
            </a:r>
          </a:p>
          <a:p>
            <a:r>
              <a:t>Handles business logic, OCR processing, bill calculations, user authentication, and payment management.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MySQL / PostgreSQL</a:t>
            </a:r>
          </a:p>
          <a:p>
            <a:r>
              <a:t>Stores user information, receipt details, transaction history, group expenses, and payment records.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Upload Receipt → OCR Processing → Extract Bill Details → Split Expenses → Generate UPI Link/QR → Collect Payments → Update Status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Faster bill settlements</a:t>
            </a:r>
          </a:p>
          <a:p>
            <a:r>
              <a:t>• Accurate calculations</a:t>
            </a:r>
          </a:p>
          <a:p>
            <a:r>
              <a:t>• Real-time tracking</a:t>
            </a:r>
          </a:p>
          <a:p>
            <a:r>
              <a:t>• Improved transparency</a:t>
            </a:r>
          </a:p>
          <a:p>
            <a:r>
              <a:t>• Secure digital payments</a:t>
            </a:r>
          </a:p>
          <a:p>
            <a:r>
              <a:t>• Reduced human errors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AI-powered receipt recognition</a:t>
            </a:r>
          </a:p>
          <a:p>
            <a:r>
              <a:t>• Multi-currency support</a:t>
            </a:r>
          </a:p>
          <a:p>
            <a:r>
              <a:t>• Expense analytics dashboard</a:t>
            </a:r>
          </a:p>
          <a:p>
            <a:r>
              <a:t>• Integration with banking APIs</a:t>
            </a:r>
          </a:p>
          <a:p>
            <a:r>
              <a:t>• Mobile application support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Real-Time Receipt Splitter and UPI Generator provides an efficient solution for managing shared expenses. It automates bill splitting, simplifies UPI payments, and enhances transparency among users.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